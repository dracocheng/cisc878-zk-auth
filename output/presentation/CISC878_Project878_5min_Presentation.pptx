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81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1155680" cy="5669280"/>
          </a:xfrm>
          <a:prstGeom prst="roundRect">
            <a:avLst>
              <a:gd name="adj" fmla="val 129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Schnorr Zero-Knowledge Authentication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 878 Project | 5-minute Progress 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passwordless login with proof of key ownership, without revealing secret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Jialiang</a:t>
            </a:r>
            <a:r>
              <a:rPr lang="zh-CN" alt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Project Goal and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Schnorr-based authentication?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394960" cy="4937760"/>
          </a:xfrm>
          <a:prstGeom prst="roundRect">
            <a:avLst>
              <a:gd name="adj" fmla="val 1111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1143000"/>
            <a:ext cx="5349240" cy="4937760"/>
          </a:xfrm>
          <a:prstGeom prst="roundRect">
            <a:avLst>
              <a:gd name="adj" fmla="val 111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4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We Address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password login has leakage and replay risks.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authentication that proves identity without exposing secret.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 practical protocol that can be integrated into apps.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34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interactive Schnorr identification end-to-end.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Fiat-Shamir variant for non-interactive proof.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runtime, communication cost, and round trips.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correctness + replay resistance via tests.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message: security property + measurable performance tradeoff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 878 | 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How It Works (High Level)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vs Fiat-Shamir login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Registration: client generates (x, y=g^x mod p), sends only public key y to server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349240" cy="3611880"/>
          </a:xfrm>
          <a:prstGeom prst="roundRect">
            <a:avLst>
              <a:gd name="adj" fmla="val 1266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349240" cy="3611880"/>
          </a:xfrm>
          <a:prstGeom prst="roundRect">
            <a:avLst>
              <a:gd name="adj" fmla="val 126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Schnorr (2 round trips)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Client -&gt; Server: commitment t = g^r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Server -&gt; Client: random challenge c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Client -&gt; Server: s = r + c*x (mod q)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Server checks g^s = t * y^c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Fiat-Shamir Variant (1 round trip)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Server sends one-time login_nonce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Client computes c = H(user, nonce, y, t)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Client sends proof (t, c, s, nonce)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Server recomputes c and verifies equation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 878 | 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Implementation Snapshot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structure and security checks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modules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097280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50800" dir="54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7647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src/zk_auth/schnorr.py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03911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primitives and Fiat-Shamir challenge derivation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1097280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50800" dir="54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8620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src/zk_auth/app.py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13639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 and two login workflows + session token issue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1097280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50800" dir="54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9593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tests/test_auth.py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23367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Correctness, forgery rejection, replay defense, subgroup checks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892040"/>
            <a:ext cx="1097280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50800" dir="54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505663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533095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+ communication cost benchmark and CSV export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2D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hardening: subgroup validation + one-time session/nonce consumption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 878 | 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Current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local run on March 25,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768096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(200 trials/mode)</a:t>
            </a:r>
            <a:endParaRPr lang="en-US" sz="1600" dirty="0"/>
          </a:p>
        </p:txBody>
      </p:sp>
      <p:pic>
        <p:nvPicPr>
          <p:cNvPr id="7" name="Image 0" descr="/Applications/big four/Queen 研究生/2026Winter/CISC 878/Project878/output/presentation/assets/benchmar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7223760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10515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41080" y="1234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41080" y="1600200"/>
            <a:ext cx="28346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Fiat-Shamir is faster (0.1386ms vs 0.2051ms).</a:t>
            </a:r>
            <a:endParaRPr lang="en-US" sz="1250" dirty="0"/>
          </a:p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communication (300.88B vs 328.13B).</a:t>
            </a:r>
            <a:endParaRPr lang="en-US" sz="1250" dirty="0"/>
          </a:p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trips drop from 2 to 1.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5669280" cy="18288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469087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test result screenshot (pytest)</a:t>
            </a:r>
            <a:endParaRPr lang="en-US" sz="1000" dirty="0"/>
          </a:p>
        </p:txBody>
      </p:sp>
      <p:pic>
        <p:nvPicPr>
          <p:cNvPr id="13" name="Image 1" descr="/Applications/big four/Queen 研究生/2026Winter/CISC 878/Project878/output/presentation/assets/pytest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92040"/>
            <a:ext cx="5212080" cy="1325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55080" y="4526280"/>
            <a:ext cx="5303520" cy="18288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583680" y="469087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terminal screenshot</a:t>
            </a:r>
            <a:endParaRPr lang="en-US" sz="1000" dirty="0"/>
          </a:p>
        </p:txBody>
      </p:sp>
      <p:pic>
        <p:nvPicPr>
          <p:cNvPr id="16" name="Image 2" descr="/Applications/big four/Queen 研究生/2026Winter/CISC 878/Project878/output/presentation/assets/benchmark_out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892040"/>
            <a:ext cx="4846320" cy="1325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48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 878 | 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Takeaways and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progress and what we can improve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10972800" cy="201168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built a complete, runnable Schnorr-based passwordless authentication demo.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protocol correctness and key security properties are validated by tests.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Fiat-Shamir shows better communication/runtime behavior in current local benchmark.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611880"/>
            <a:ext cx="10972800" cy="2103120"/>
          </a:xfrm>
          <a:prstGeom prst="roundRect">
            <a:avLst>
              <a:gd name="adj" fmla="val 260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886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34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 (future work)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429768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with HTTP API and persistent storage.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under simulated network delay and larger parameters.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production-style protections (TLS, rate limits, lockout policy).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 - Questions?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 878 | March 25,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Macintosh PowerPoint</Application>
  <PresentationFormat>Widescreen</PresentationFormat>
  <Paragraphs>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Queen's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 878 Project Presentation</dc:title>
  <dc:subject>Schnorr Zero-Knowledge Authentication</dc:subject>
  <dc:creator>CISC 878 Team</dc:creator>
  <cp:lastModifiedBy>Jialiang Cheng</cp:lastModifiedBy>
  <cp:revision>2</cp:revision>
  <dcterms:created xsi:type="dcterms:W3CDTF">2026-03-25T14:50:13Z</dcterms:created>
  <dcterms:modified xsi:type="dcterms:W3CDTF">2026-03-25T14:53:54Z</dcterms:modified>
</cp:coreProperties>
</file>